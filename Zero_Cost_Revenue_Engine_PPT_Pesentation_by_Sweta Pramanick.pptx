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zero-cost-revenue-engine.onrender.com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zero-cost-revenue-engine.onrender.com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wetapramanick-ml/zero-cost-revenue-engine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zero-cost-revenue-engine.onrender.com/" TargetMode="External"/><Relationship Id="rId2" Type="http://schemas.openxmlformats.org/officeDocument/2006/relationships/hyperlink" Target="https://github.com/swetapramanick-ml/zero-cost-revenue-engin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ZERO-COST REVENUE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DCDCDC"/>
                </a:solidFill>
              </a:defRPr>
            </a:pPr>
            <a:r>
              <a:rPr dirty="0"/>
              <a:t>AI-Powered Sales Outreach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600" dirty="0"/>
              <a:t>Name: Sweta Pramanick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600" dirty="0"/>
              <a:t>Roll Number: 25500123176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600" dirty="0"/>
              <a:t>College: Dr Sudhir Chandra Sur Institute of Technology &amp; Sports Complex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600" dirty="0"/>
              <a:t>Department: BTech in Computer Science &amp; Engineering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rPr sz="1600" dirty="0"/>
              <a:t>Session: 2023-27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C9F36E-40B1-9322-832F-AB10D40884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342900" indent="-342900" algn="l"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IN" sz="2000" b="1" dirty="0"/>
              <a:t>     </a:t>
            </a:r>
            <a:endParaRPr lang="en-IN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4909D-5DF1-2D04-3F9F-405F72F60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52" y="1130707"/>
            <a:ext cx="7497096" cy="425245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100" b="1" dirty="0">
                <a:solidFill>
                  <a:schemeClr val="tx1"/>
                </a:solidFill>
              </a:rPr>
              <a:t>Objective:</a:t>
            </a:r>
            <a:r>
              <a:rPr lang="en-IN" sz="2100" dirty="0">
                <a:solidFill>
                  <a:schemeClr val="tx1"/>
                </a:solidFill>
              </a:rPr>
              <a:t> Automate B2B sales outreach with AI-powered personalization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100" b="1" dirty="0">
                <a:solidFill>
                  <a:schemeClr val="tx1"/>
                </a:solidFill>
              </a:rPr>
              <a:t>Process:</a:t>
            </a:r>
            <a:r>
              <a:rPr lang="en-IN" sz="2100" dirty="0">
                <a:solidFill>
                  <a:schemeClr val="tx1"/>
                </a:solidFill>
              </a:rPr>
              <a:t> Data Extraction → AI Enrichment → Email Personalization → SMTP Dispatch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100" b="1" dirty="0">
                <a:solidFill>
                  <a:schemeClr val="tx1"/>
                </a:solidFill>
              </a:rPr>
              <a:t>Cost: </a:t>
            </a:r>
            <a:r>
              <a:rPr lang="en-IN" sz="2100" dirty="0">
                <a:solidFill>
                  <a:schemeClr val="tx1"/>
                </a:solidFill>
              </a:rPr>
              <a:t>Zero infrastructure costs using free APIs (Google Gemini, Gmail)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100" b="1" dirty="0">
                <a:solidFill>
                  <a:schemeClr val="tx1"/>
                </a:solidFill>
              </a:rPr>
              <a:t>Scalability: </a:t>
            </a:r>
            <a:r>
              <a:rPr lang="en-IN" sz="2100" dirty="0">
                <a:solidFill>
                  <a:schemeClr val="tx1"/>
                </a:solidFill>
              </a:rPr>
              <a:t>Process hundreds of leads with minimal effort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100" b="1" dirty="0">
                <a:solidFill>
                  <a:schemeClr val="tx1"/>
                </a:solidFill>
              </a:rPr>
              <a:t>Time-Saving:</a:t>
            </a:r>
            <a:r>
              <a:rPr lang="en-IN" sz="2100" dirty="0">
                <a:solidFill>
                  <a:schemeClr val="tx1"/>
                </a:solidFill>
              </a:rPr>
              <a:t> Reduces manual outreach time by 90%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sz="2100" b="1" dirty="0">
                <a:solidFill>
                  <a:schemeClr val="tx1"/>
                </a:solidFill>
              </a:rPr>
              <a:t>Demo: </a:t>
            </a:r>
            <a:r>
              <a:rPr lang="en-IN" sz="2100" b="1" dirty="0">
                <a:solidFill>
                  <a:srgbClr val="323232"/>
                </a:solidFill>
                <a:hlinkClick r:id="rId2"/>
              </a:rPr>
              <a:t>https://zero-cost-revenue-engine.onrender.com/ </a:t>
            </a:r>
            <a:r>
              <a:rPr lang="en-IN" sz="20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br>
              <a:rPr lang="en-IN" sz="2000" dirty="0"/>
            </a:br>
            <a:endParaRPr lang="en-IN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2944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b="1" dirty="0"/>
              <a:t>❌ </a:t>
            </a:r>
            <a:r>
              <a:rPr sz="2200" dirty="0"/>
              <a:t>Traditional sales outreach is time-consuming and resource-intensive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dirty="0"/>
              <a:t>❌ Manual research required for each prospect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dirty="0"/>
              <a:t>❌ Generic email templates have low engagement rates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dirty="0"/>
              <a:t>❌ High costs for sales tools and services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b="1" dirty="0"/>
              <a:t>✅ Solution: </a:t>
            </a:r>
            <a:r>
              <a:rPr sz="2200" dirty="0"/>
              <a:t>Automated, intelligent, cost-free outreach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33728"/>
            <a:ext cx="38862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b="1" dirty="0"/>
              <a:t>• Automated Lead Ingestion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b="1" dirty="0"/>
              <a:t>• Web Scraping &amp; Data Extraction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b="1" dirty="0"/>
              <a:t>• Metadata Enrichment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b="1" dirty="0"/>
              <a:t>• SQL Database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645920"/>
            <a:ext cx="38862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b="1" dirty="0"/>
              <a:t>• Google Gemini AI Integration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b="1" dirty="0"/>
              <a:t>• Personalized Email Generation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b="1" dirty="0"/>
              <a:t>• SMTP Email Dispatch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b="1" dirty="0"/>
              <a:t>• Real-time Pipeline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FA93AE-0391-3F0C-5872-8E63A6DFE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219"/>
            <a:ext cx="9144000" cy="57027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rPr dirty="0"/>
              <a:t>API Architecture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3D7DF7-4F92-A545-A561-781CC7B19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669278"/>
              </p:ext>
            </p:extLst>
          </p:nvPr>
        </p:nvGraphicFramePr>
        <p:xfrm>
          <a:off x="712839" y="2194560"/>
          <a:ext cx="7565922" cy="3557397"/>
        </p:xfrm>
        <a:graphic>
          <a:graphicData uri="http://schemas.openxmlformats.org/drawingml/2006/table">
            <a:tbl>
              <a:tblPr/>
              <a:tblGrid>
                <a:gridCol w="1322439">
                  <a:extLst>
                    <a:ext uri="{9D8B030D-6E8A-4147-A177-3AD203B41FA5}">
                      <a16:colId xmlns:a16="http://schemas.microsoft.com/office/drawing/2014/main" val="3378241011"/>
                    </a:ext>
                  </a:extLst>
                </a:gridCol>
                <a:gridCol w="3372464">
                  <a:extLst>
                    <a:ext uri="{9D8B030D-6E8A-4147-A177-3AD203B41FA5}">
                      <a16:colId xmlns:a16="http://schemas.microsoft.com/office/drawing/2014/main" val="2765038511"/>
                    </a:ext>
                  </a:extLst>
                </a:gridCol>
                <a:gridCol w="2871019">
                  <a:extLst>
                    <a:ext uri="{9D8B030D-6E8A-4147-A177-3AD203B41FA5}">
                      <a16:colId xmlns:a16="http://schemas.microsoft.com/office/drawing/2014/main" val="3853159518"/>
                    </a:ext>
                  </a:extLst>
                </a:gridCol>
              </a:tblGrid>
              <a:tr h="43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Endpoint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2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79648"/>
                  </a:ext>
                </a:extLst>
              </a:tr>
              <a:tr h="43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api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/leads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Fetch all stored leads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03036"/>
                  </a:ext>
                </a:extLst>
              </a:tr>
              <a:tr h="754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api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/leads/ingest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Extract and save lead data from 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2035523"/>
                  </a:ext>
                </a:extLst>
              </a:tr>
              <a:tr h="754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api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/leads/{id}/personalize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 AI-powered email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796829"/>
                  </a:ext>
                </a:extLst>
              </a:tr>
              <a:tr h="431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/api/leads/{id}/approve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 email via SMTP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806774"/>
                  </a:ext>
                </a:extLst>
              </a:tr>
              <a:tr h="754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GET/POST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/api/settings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Manage API keys &amp; SMTP 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903079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25844584-7550-BEEB-19E9-4E7A3DDA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0604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sz="2200" b="1" dirty="0"/>
              <a:t>This system follows a simple pipeline:</a:t>
            </a:r>
            <a:br>
              <a:rPr lang="en-IN" sz="2000" dirty="0"/>
            </a:br>
            <a:r>
              <a:rPr lang="en-IN" sz="2100" dirty="0"/>
              <a:t>Lead Input → Data Extraction → AI Personalization → Approval → Email Sending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097280"/>
            <a:ext cx="7726680" cy="401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Stage 1: </a:t>
            </a:r>
            <a:r>
              <a:rPr sz="1600" b="1" dirty="0"/>
              <a:t>Data Extraction</a:t>
            </a:r>
            <a:endParaRPr lang="en-US" sz="1600" b="1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IN" sz="1600" dirty="0"/>
              <a:t>  </a:t>
            </a:r>
            <a:r>
              <a:rPr sz="1600" dirty="0"/>
              <a:t>• Scrape domain metadata, emails, company info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Stage 2: </a:t>
            </a:r>
            <a:r>
              <a:rPr sz="1600" b="1" dirty="0"/>
              <a:t>Enrichment &amp; Storage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  • Store extracted data in relational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Stage 3: </a:t>
            </a:r>
            <a:r>
              <a:rPr sz="1600" b="1" dirty="0"/>
              <a:t>AI Personalization</a:t>
            </a:r>
            <a:endParaRPr lang="en-US" sz="1600" b="1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lang="en-IN" sz="1600" dirty="0"/>
              <a:t>  </a:t>
            </a:r>
            <a:r>
              <a:rPr lang="en-US" sz="1600" dirty="0"/>
              <a:t>• Use Google Gemini to identify pain points and generate copy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Stage 4: </a:t>
            </a:r>
            <a:r>
              <a:rPr sz="1600" b="1" dirty="0"/>
              <a:t>Human Gate (Approval)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1600" dirty="0"/>
              <a:t>  • Operator reviews and sends email via SMTP</a:t>
            </a:r>
            <a:endParaRPr lang="en-US" sz="1600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9990B7-3A99-0626-875A-9B86AC76BB40}"/>
              </a:ext>
            </a:extLst>
          </p:cNvPr>
          <p:cNvSpPr/>
          <p:nvPr/>
        </p:nvSpPr>
        <p:spPr>
          <a:xfrm>
            <a:off x="5900928" y="1182624"/>
            <a:ext cx="3072384" cy="34259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Consolas"/>
              </a:defRPr>
            </a:pPr>
            <a:r>
              <a:rPr lang="en-IN" sz="1200" b="1" dirty="0">
                <a:solidFill>
                  <a:schemeClr val="tx1"/>
                </a:solidFill>
              </a:rPr>
              <a:t>lead = </a:t>
            </a:r>
            <a:r>
              <a:rPr lang="en-IN" sz="1200" b="1" dirty="0" err="1">
                <a:solidFill>
                  <a:schemeClr val="tx1"/>
                </a:solidFill>
              </a:rPr>
              <a:t>db.get_lead</a:t>
            </a:r>
            <a:r>
              <a:rPr lang="en-IN" sz="1200" b="1" dirty="0">
                <a:solidFill>
                  <a:schemeClr val="tx1"/>
                </a:solidFill>
              </a:rPr>
              <a:t>(</a:t>
            </a:r>
            <a:r>
              <a:rPr lang="en-IN" sz="1200" b="1" dirty="0" err="1">
                <a:solidFill>
                  <a:schemeClr val="tx1"/>
                </a:solidFill>
              </a:rPr>
              <a:t>lead_id</a:t>
            </a:r>
            <a:r>
              <a:rPr lang="en-IN" sz="1200" b="1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Consolas"/>
              </a:defRPr>
            </a:pPr>
            <a:r>
              <a:rPr lang="en-IN" sz="1200" b="1" dirty="0">
                <a:solidFill>
                  <a:schemeClr val="tx1"/>
                </a:solidFill>
              </a:rPr>
              <a:t>metadata = </a:t>
            </a:r>
            <a:r>
              <a:rPr lang="en-IN" sz="1200" b="1" dirty="0" err="1">
                <a:solidFill>
                  <a:schemeClr val="tx1"/>
                </a:solidFill>
              </a:rPr>
              <a:t>extract_domain_metadata</a:t>
            </a:r>
            <a:r>
              <a:rPr lang="en-IN" sz="1200" b="1" dirty="0">
                <a:solidFill>
                  <a:schemeClr val="tx1"/>
                </a:solidFill>
              </a:rPr>
              <a:t>(lead['domain'])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Consolas"/>
              </a:defRPr>
            </a:pPr>
            <a:r>
              <a:rPr lang="en-IN" sz="1200" b="1" dirty="0" err="1">
                <a:solidFill>
                  <a:schemeClr val="tx1"/>
                </a:solidFill>
              </a:rPr>
              <a:t>db.update_lead_enrichment</a:t>
            </a:r>
            <a:r>
              <a:rPr lang="en-IN" sz="1200" b="1" dirty="0">
                <a:solidFill>
                  <a:schemeClr val="tx1"/>
                </a:solidFill>
              </a:rPr>
              <a:t>(</a:t>
            </a:r>
            <a:r>
              <a:rPr lang="en-IN" sz="1200" b="1" dirty="0" err="1">
                <a:solidFill>
                  <a:schemeClr val="tx1"/>
                </a:solidFill>
              </a:rPr>
              <a:t>lead_id</a:t>
            </a:r>
            <a:r>
              <a:rPr lang="en-IN" sz="1200" b="1" dirty="0">
                <a:solidFill>
                  <a:schemeClr val="tx1"/>
                </a:solidFill>
              </a:rPr>
              <a:t>, metadata, status='Enriched')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Consolas"/>
              </a:defRPr>
            </a:pPr>
            <a:r>
              <a:rPr lang="en-IN" sz="1200" b="1" dirty="0" err="1">
                <a:solidFill>
                  <a:schemeClr val="tx1"/>
                </a:solidFill>
              </a:rPr>
              <a:t>ai_data</a:t>
            </a:r>
            <a:r>
              <a:rPr lang="en-IN" sz="1200" b="1" dirty="0">
                <a:solidFill>
                  <a:schemeClr val="tx1"/>
                </a:solidFill>
              </a:rPr>
              <a:t> = </a:t>
            </a:r>
            <a:r>
              <a:rPr lang="en-IN" sz="1200" b="1" dirty="0" err="1">
                <a:solidFill>
                  <a:schemeClr val="tx1"/>
                </a:solidFill>
              </a:rPr>
              <a:t>generate_personalized_content</a:t>
            </a:r>
            <a:r>
              <a:rPr lang="en-IN" sz="1200" b="1" dirty="0">
                <a:solidFill>
                  <a:schemeClr val="tx1"/>
                </a:solidFill>
              </a:rPr>
              <a:t>(company, domain, metadata)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Consolas"/>
              </a:defRPr>
            </a:pPr>
            <a:r>
              <a:rPr lang="en-IN" sz="1200" b="1" dirty="0" err="1">
                <a:solidFill>
                  <a:schemeClr val="tx1"/>
                </a:solidFill>
              </a:rPr>
              <a:t>db.update_lead_ai_output</a:t>
            </a:r>
            <a:r>
              <a:rPr lang="en-IN" sz="1200" b="1" dirty="0">
                <a:solidFill>
                  <a:schemeClr val="tx1"/>
                </a:solidFill>
              </a:rPr>
              <a:t>(</a:t>
            </a:r>
            <a:r>
              <a:rPr lang="en-IN" sz="1200" b="1" dirty="0" err="1">
                <a:solidFill>
                  <a:schemeClr val="tx1"/>
                </a:solidFill>
              </a:rPr>
              <a:t>lead_id</a:t>
            </a:r>
            <a:r>
              <a:rPr lang="en-IN" sz="1200" b="1" dirty="0">
                <a:solidFill>
                  <a:schemeClr val="tx1"/>
                </a:solidFill>
              </a:rPr>
              <a:t>, </a:t>
            </a:r>
            <a:r>
              <a:rPr lang="en-IN" sz="1200" b="1" dirty="0" err="1">
                <a:solidFill>
                  <a:schemeClr val="tx1"/>
                </a:solidFill>
              </a:rPr>
              <a:t>ai_data</a:t>
            </a:r>
            <a:r>
              <a:rPr lang="en-IN" sz="1200" b="1" dirty="0">
                <a:solidFill>
                  <a:schemeClr val="tx1"/>
                </a:solidFill>
              </a:rPr>
              <a:t>, status='</a:t>
            </a:r>
            <a:r>
              <a:rPr lang="en-IN" sz="1200" b="1" dirty="0" err="1">
                <a:solidFill>
                  <a:schemeClr val="tx1"/>
                </a:solidFill>
              </a:rPr>
              <a:t>Pending_Review</a:t>
            </a:r>
            <a:r>
              <a:rPr lang="en-IN" sz="1200" b="1" dirty="0">
                <a:solidFill>
                  <a:schemeClr val="tx1"/>
                </a:solidFill>
              </a:rPr>
              <a:t>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rPr dirty="0"/>
              <a:t>Database Schema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E7E176-5D9E-D2C0-C598-BEDB15279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6313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Frontend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5112" y="1328928"/>
            <a:ext cx="8458200" cy="4037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  <a:defRPr sz="2000">
                <a:solidFill>
                  <a:srgbClr val="323232"/>
                </a:solidFill>
              </a:defRPr>
            </a:pPr>
            <a:r>
              <a:rPr sz="2200" b="1" dirty="0"/>
              <a:t>Left Pane: Lead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Quick ingestion form for domain entry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Filterable leads pipeline 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Status-based organization (Discovered, Enriched, Pending, Sent, Failed)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100" b="1" dirty="0"/>
              <a:t>Right Pane: Detail Workspace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Email editor with recipient, subject, body fields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AI insights tab showing identified pain 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• Metadata tab displaying scraped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1" y="1597152"/>
            <a:ext cx="3886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000" b="1" dirty="0"/>
              <a:t>Step 1: Enter company domain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000" b="1" dirty="0"/>
              <a:t>Step 2: System extracts</a:t>
            </a:r>
            <a:r>
              <a:rPr lang="en-US" sz="2000" b="1" dirty="0"/>
              <a:t>   </a:t>
            </a:r>
            <a:r>
              <a:rPr sz="2000" b="1" dirty="0"/>
              <a:t>metadata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000" b="1" dirty="0"/>
              <a:t>Step 3: AI analyzes and generates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000" b="1" dirty="0"/>
              <a:t>Step 4: Review in dashboard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000" b="1" dirty="0"/>
              <a:t>Step 5: Edit if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599" y="1597152"/>
            <a:ext cx="3886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000" b="1" dirty="0"/>
              <a:t>Step 6: Approve email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000" b="1" dirty="0"/>
              <a:t>Step 7: System sends via SMTP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000" b="1" dirty="0"/>
              <a:t>Step 8: Lead marked complete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000" b="1" dirty="0"/>
              <a:t>Step 9: Tack results in stats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000" b="1" dirty="0"/>
              <a:t>Step 10: Scale to hundreds of leads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🌐 </a:t>
            </a:r>
            <a:r>
              <a:rPr b="1" dirty="0"/>
              <a:t>Live Application: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</a:t>
            </a:r>
            <a:r>
              <a:rPr dirty="0">
                <a:hlinkClick r:id="rId2"/>
              </a:rPr>
              <a:t>https://zero-cost-revenue-engine.onrender.com/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📊 Current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Real-time lead ingestion and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Background pipeline execution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Email draft editing and approval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Live statistics dashboard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System settings configuration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89888"/>
            <a:ext cx="7772400" cy="4780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dirty="0"/>
              <a:t>📦 </a:t>
            </a:r>
            <a:r>
              <a:rPr sz="2200" b="1" dirty="0"/>
              <a:t>Source Code &amp; Documentation: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dirty="0"/>
              <a:t> </a:t>
            </a:r>
            <a:r>
              <a:rPr sz="2200" dirty="0">
                <a:hlinkClick r:id="rId2"/>
              </a:rPr>
              <a:t>https://github.com/swetapramanick-ml/zero-cost-revenue-engine</a:t>
            </a:r>
            <a:endParaRPr lang="en-US" sz="2200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sz="2200"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dirty="0"/>
              <a:t>📁 </a:t>
            </a:r>
            <a:r>
              <a:rPr sz="2200" b="1" dirty="0"/>
              <a:t>Repository Structure: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dirty="0"/>
              <a:t>   • </a:t>
            </a:r>
            <a:r>
              <a:rPr sz="2200" b="1" dirty="0"/>
              <a:t>app.py </a:t>
            </a:r>
            <a:r>
              <a:rPr sz="2200" dirty="0"/>
              <a:t>- </a:t>
            </a:r>
            <a:r>
              <a:rPr sz="2200" dirty="0" err="1"/>
              <a:t>FastAPI</a:t>
            </a:r>
            <a:r>
              <a:rPr sz="2200" dirty="0"/>
              <a:t> main application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dirty="0"/>
              <a:t>   • </a:t>
            </a:r>
            <a:r>
              <a:rPr sz="2200" b="1" dirty="0"/>
              <a:t>db.py </a:t>
            </a:r>
            <a:r>
              <a:rPr sz="2200" dirty="0"/>
              <a:t>- Database operations &amp; schema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dirty="0"/>
              <a:t>   • </a:t>
            </a:r>
            <a:r>
              <a:rPr sz="2200" b="1" dirty="0"/>
              <a:t>extractor.py </a:t>
            </a:r>
            <a:r>
              <a:rPr sz="2200" dirty="0"/>
              <a:t>- Web scraping module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dirty="0"/>
              <a:t>   • </a:t>
            </a:r>
            <a:r>
              <a:rPr sz="2200" b="1" dirty="0"/>
              <a:t>personalizer.py </a:t>
            </a:r>
            <a:r>
              <a:rPr sz="2200" dirty="0"/>
              <a:t>- Gemini AI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sz="2200" dirty="0"/>
              <a:t>   • </a:t>
            </a:r>
            <a:r>
              <a:rPr sz="2200" b="1" dirty="0"/>
              <a:t>dispatcher.py </a:t>
            </a:r>
            <a:r>
              <a:rPr sz="2200" dirty="0"/>
              <a:t>- SMTP email sending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Results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35832"/>
            <a:ext cx="38862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b="1" dirty="0"/>
              <a:t>Efficiency Gains: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dirty="0"/>
              <a:t>  • 90% time reduction per prospect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dirty="0"/>
              <a:t>  • 0 infrastructure costs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dirty="0"/>
              <a:t>  • 100% personalized emails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dirty="0"/>
              <a:t>  • Instant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266556"/>
            <a:ext cx="38862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b="1" dirty="0"/>
              <a:t>Business Metrics: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dirty="0"/>
              <a:t>  • Higher open rates (personalization)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dirty="0"/>
              <a:t>  • Lower bounce rates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dirty="0"/>
              <a:t>  • Scalable to 1000+ leads</a:t>
            </a:r>
          </a:p>
          <a:p>
            <a:pPr>
              <a:spcBef>
                <a:spcPts val="600"/>
              </a:spcBef>
              <a:defRPr sz="1800">
                <a:solidFill>
                  <a:srgbClr val="323232"/>
                </a:solidFill>
              </a:defRPr>
            </a:pPr>
            <a:r>
              <a:rPr sz="2200" dirty="0"/>
              <a:t>  • Repeatable, automated process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7720" y="1475232"/>
            <a:ext cx="7772400" cy="31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2000">
                <a:solidFill>
                  <a:srgbClr val="323232"/>
                </a:solidFill>
              </a:defRPr>
            </a:pPr>
            <a:r>
              <a:rPr sz="2200" b="1" dirty="0"/>
              <a:t>🔮 Multi-channel outreach (LinkedIn, Twitter, SMS)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2000">
                <a:solidFill>
                  <a:srgbClr val="323232"/>
                </a:solidFill>
              </a:defRPr>
            </a:pPr>
            <a:r>
              <a:rPr sz="2200" b="1" dirty="0"/>
              <a:t>📊 Advanced analytics and A/B testing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2000">
                <a:solidFill>
                  <a:srgbClr val="323232"/>
                </a:solidFill>
              </a:defRPr>
            </a:pPr>
            <a:r>
              <a:rPr sz="2200" b="1" dirty="0"/>
              <a:t>🤖 Natural language processing for better targeting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2000">
                <a:solidFill>
                  <a:srgbClr val="323232"/>
                </a:solidFill>
              </a:defRPr>
            </a:pPr>
            <a:r>
              <a:rPr sz="2200" b="1" dirty="0"/>
              <a:t>🔐 Enterprise-grade security and audit logs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2000">
                <a:solidFill>
                  <a:srgbClr val="323232"/>
                </a:solidFill>
              </a:defRPr>
            </a:pPr>
            <a:r>
              <a:rPr sz="2200" b="1" dirty="0"/>
              <a:t>📱 Mobile application for lead management on-the-go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2000">
                <a:solidFill>
                  <a:srgbClr val="323232"/>
                </a:solidFill>
              </a:defRPr>
            </a:pPr>
            <a:r>
              <a:rPr sz="2200" b="1" dirty="0"/>
              <a:t>🌍 Internationalization and multi-language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DCDCDC"/>
                </a:solidFill>
              </a:defRPr>
            </a:pPr>
            <a:r>
              <a:rPr dirty="0">
                <a:solidFill>
                  <a:schemeClr val="bg1"/>
                </a:solidFill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For more information: </a:t>
            </a:r>
            <a:r>
              <a:rPr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https://github.com/swetapramanick-ml/zero-cost-revenue-engine</a:t>
            </a:r>
            <a:endParaRPr dirty="0">
              <a:solidFill>
                <a:schemeClr val="bg1"/>
              </a:solidFill>
            </a:endParaR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Live Demo: </a:t>
            </a:r>
            <a:r>
              <a:rPr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https://zero-cost-revenue-engine.onrender.com/</a:t>
            </a:r>
            <a:endParaRPr dirty="0">
              <a:solidFill>
                <a:schemeClr val="bg1"/>
              </a:solidFill>
            </a:endParaR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Contact: Sweta Pramanick - </a:t>
            </a:r>
            <a:r>
              <a:rPr lang="en-US" dirty="0">
                <a:solidFill>
                  <a:schemeClr val="bg1"/>
                </a:solidFill>
              </a:rPr>
              <a:t>9230746051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815</Words>
  <Application>Microsoft Office PowerPoint</Application>
  <PresentationFormat>On-screen Show (4:3)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Wingdings</vt:lpstr>
      <vt:lpstr>Office Theme</vt:lpstr>
      <vt:lpstr>PowerPoint Presentation</vt:lpstr>
      <vt:lpstr>     </vt:lpstr>
      <vt:lpstr>PowerPoint Presentation</vt:lpstr>
      <vt:lpstr>PowerPoint Presentation</vt:lpstr>
      <vt:lpstr>PowerPoint Presentation</vt:lpstr>
      <vt:lpstr>This system follows a simple pipeline: Lead Input → Data Extraction → AI Personalization → Approval → Email Sending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Sweta Pramanick</dc:creator>
  <cp:keywords/>
  <dc:description>generated using python-pptx</dc:description>
  <cp:lastModifiedBy>Sweta Pramanick</cp:lastModifiedBy>
  <cp:revision>11</cp:revision>
  <dcterms:created xsi:type="dcterms:W3CDTF">2013-01-27T09:14:16Z</dcterms:created>
  <dcterms:modified xsi:type="dcterms:W3CDTF">2026-07-22T05:13:47Z</dcterms:modified>
  <cp:category/>
</cp:coreProperties>
</file>